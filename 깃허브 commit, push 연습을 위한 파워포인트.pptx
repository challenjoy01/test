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4815CC-EE1D-A356-F2DC-407B4DB2BF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4B3AA6E-1DBC-80DF-139E-815BC490E1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A61DD9-21A8-9F7D-F5C1-0DBDBECB3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C1A51-F3F8-4F12-89DD-1791F02AF250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21A5E8-98A9-5804-CC93-834DAAAC9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961047-1D10-08C2-569C-D1344BE20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2D029-E974-46F4-83CE-84EF2F0582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5052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41DCF5-C61C-DBD8-D22F-31A25F224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A1185C-E085-DA49-DB2D-6791BB2EC5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9F1524-5624-973D-0DC1-128CF8084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C1A51-F3F8-4F12-89DD-1791F02AF250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3D19A2-0243-DE1E-7A7E-1D7BB8729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4771AF-DA3D-BF6B-B6E0-9610582C9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2D029-E974-46F4-83CE-84EF2F0582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0073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DBB8E0-EF57-8659-66CA-BA3569E75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94B92-43FA-D884-1EA1-CB40C15100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E702D1-0E20-309F-EC0A-0ED5321F9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C1A51-F3F8-4F12-89DD-1791F02AF250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197472-5284-FD58-2724-27F55039A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E3961B-E451-6A73-1AFC-62A985F52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2D029-E974-46F4-83CE-84EF2F0582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938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CF85E1-94F4-B402-6D9D-1BF395AF6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03BA95-3B26-CC22-4BE5-85728AF724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50DF152-B138-544F-F1F7-E4A517ABB4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23D74C-4C47-92AE-EB15-BD381B587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C1A51-F3F8-4F12-89DD-1791F02AF250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A67DD95-FE0F-F966-6BB4-D0E75F115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CE7D0CA-69C9-47F4-FCC2-8F288F6E7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2D029-E974-46F4-83CE-84EF2F0582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2241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268B3E-6BAF-AE05-F6C5-121A3212E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ED9383-8DCF-9FCF-D44F-45783C29D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8812B19-477B-5487-0407-82D7436EB8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56AF681-AD6A-8F45-D1FE-AD0EFD162E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E4F9FBF-0AC8-F738-604C-0AABA44B23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FFAB51B-C4C5-F694-193E-F7546F9C7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C1A51-F3F8-4F12-89DD-1791F02AF250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69F86E0-F5B3-6310-3304-DBAD0FA32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1C779FB-BCB1-A41B-C792-9E25AE42B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2D029-E974-46F4-83CE-84EF2F0582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8934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55FF3D-FA3E-7775-773D-EEE1359B0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D30618-7579-101D-6E8C-5942CEB1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C1A51-F3F8-4F12-89DD-1791F02AF250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FB987B9-2B87-9AAC-7E86-AB1B7DDDB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F6F724A-C0B0-992E-2046-D94125EF0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2D029-E974-46F4-83CE-84EF2F0582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1666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FB1292C-4EC1-B22A-F545-6074FC5B3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C1A51-F3F8-4F12-89DD-1791F02AF250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2B7AC4B-8B59-8443-934C-D44170A05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2B40B0-30E0-F2F1-9B0C-CBBA2BFBB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2D029-E974-46F4-83CE-84EF2F0582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1440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B074A6-3150-3974-EBDB-185AB759A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45E072-C871-994F-A609-BC962C290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1A9622B-020D-1D97-54A6-6B0488DCD5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5893071-F2C5-446C-E204-8A5B5ECB6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C1A51-F3F8-4F12-89DD-1791F02AF250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EFC054A-1E6A-1FF3-A884-7818C3BF6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716E380-96B0-A9A5-C562-4EEBB7068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2D029-E974-46F4-83CE-84EF2F0582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5354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7B79B7-A1D0-366F-8C2F-164295230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04E43A4-8377-CCB5-ADEF-8DF655FAF7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2FBE643-6CC3-0D3E-192F-5F84DBB3F3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AD9155-9FBB-8D9C-1F0D-26261A016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C1A51-F3F8-4F12-89DD-1791F02AF250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6A0BE5C-9936-28E9-2A8B-908A59226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37E98A8-FE94-48A3-AE38-653A1E91C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2D029-E974-46F4-83CE-84EF2F0582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7647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433442-8D2A-2B1C-F8F1-8209AA7F6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B7A2D69-BE25-AD60-8FA9-76DE55C4F9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D621D3-6A0B-79DA-C77F-18928A02C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C1A51-F3F8-4F12-89DD-1791F02AF250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A179CF-D95A-F1B2-1C1C-F0FAEB378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FA4F18-DC24-3CB6-BDF0-0F7539D62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2D029-E974-46F4-83CE-84EF2F0582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3593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D696A75-7C8A-7F25-ACD6-1DCA8BA521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81E975A-EAB0-6FBC-6FE7-468BF6ED16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3D553E-A505-1E80-F952-6B3BDA296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C1A51-F3F8-4F12-89DD-1791F02AF250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C36E19-1F1A-7404-FE4F-E5E29B4C0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E9D9F1-F44F-1980-8F55-84BACBC40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2D029-E974-46F4-83CE-84EF2F0582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7856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13CC8F7-2A8B-2956-66D6-00C06749B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61890E-3B62-69D9-2F88-2A53B966F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1912EF-07DD-0203-A5D6-1B4E0941CD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AC1A51-F3F8-4F12-89DD-1791F02AF250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DD015E-55F3-5949-6A75-2FE9832BD5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54911B-D788-A6AD-4A01-57BFAF122C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32D029-E974-46F4-83CE-84EF2F0582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9048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63C2A0-0E2C-0939-D2A4-7C6016F47A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/>
              <a:t>깃허브</a:t>
            </a:r>
            <a:r>
              <a:rPr lang="ko-KR" altLang="en-US" dirty="0"/>
              <a:t> </a:t>
            </a:r>
            <a:r>
              <a:rPr lang="en-US" altLang="ko-KR" dirty="0"/>
              <a:t>commit, push </a:t>
            </a:r>
            <a:r>
              <a:rPr lang="ko-KR" altLang="en-US" dirty="0"/>
              <a:t>연습을 위한 파워포인트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3D6F203-B12B-674F-6947-8773A4A54A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40263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Microsoft Office PowerPoint</Application>
  <PresentationFormat>와이드스크린</PresentationFormat>
  <Paragraphs>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깃허브 commit, push 연습을 위한 파워포인트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종현 김</dc:creator>
  <cp:lastModifiedBy>종현 김</cp:lastModifiedBy>
  <cp:revision>1</cp:revision>
  <dcterms:created xsi:type="dcterms:W3CDTF">2026-04-09T01:25:02Z</dcterms:created>
  <dcterms:modified xsi:type="dcterms:W3CDTF">2026-04-09T01:25:30Z</dcterms:modified>
</cp:coreProperties>
</file>